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F0B840">
              <a:alpha val="40000"/>
            </a:srgbClr>
          </a:solidFill>
          <a:ln w="12700">
            <a:solidFill>
              <a:srgbClr val="F0B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228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6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plan, KPIs, action items, and the Promotions App integration roadmap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growing the Roady's Rewards loyalty program across the network.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2423160" cy="34747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429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Program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3429000"/>
            <a:ext cx="2423160" cy="347472"/>
          </a:xfrm>
          <a:prstGeom prst="rect">
            <a:avLst/>
          </a:prstGeom>
          <a:solidFill>
            <a:srgbClr val="E8A020">
              <a:alpha val="18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429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Promotions: Q3–Q4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3429000"/>
            <a:ext cx="2423160" cy="347472"/>
          </a:xfrm>
          <a:prstGeom prst="rect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429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Integration Pending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Truck Stops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 — 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gallon diesel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41448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41448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1448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point value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62856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62856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gal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62856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shower threshold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84264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84264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2×–4×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84264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range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8503920" cy="96012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31720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2316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 is a points-based loyalty program for drivers fueling at participating Roady's truck stops. Drivers earn 1 point per gallon of diesel, with each point worth $0.01 in rewards value. Drivers who fuel 75+ gallons in a single transaction earn a free shower credit. Multiplier promotions allow locations to run 2×–4× earning periods to drive return visits.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29000"/>
            <a:ext cx="2697480" cy="132588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29000"/>
            <a:ext cx="54864" cy="1325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per gallon diesel · 75 gal = free shower · Multipliers up to 4×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72968" y="3429000"/>
            <a:ext cx="2697480" cy="132588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3429000"/>
            <a:ext cx="54864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520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Value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38221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per point · Applied at register · Excludes fuel, alcohol, tobacco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25896" y="3429000"/>
            <a:ext cx="2697480" cy="1325880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3429000"/>
            <a:ext cx="54864" cy="1325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3520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Engaged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08776" y="38221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balance in app or tablet · No expiry · Program governed by Idaho law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Distribution &amp; Driver Enrollment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 — Inventory management, registration, and App adoption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069080" cy="251460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54864" cy="2514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BASICS EVERY STAFF MEMBER MUST KNOW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 Needed — Cards are already active when issued. No call required.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— Give cards at the counter. Encourage App registration for balance visibility.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Lost/Stolen — Roady's/PTP is not responsible. Cardholder bears full responsibility.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Fraud/Abuse — Roady's reserves the right to audit, alter, or cancel the program.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 — Program governed by the laws of the State of Idaho.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251960" cy="2514600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71600"/>
            <a:ext cx="54864" cy="25146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APP ADOPTION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36592" y="16459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App — Drivers download to view balance, track points. Promote at every register interaction.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Tablet — Register with phone number, or scan barcode/QR on card. Card number also accepted.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Redemption — Card number only. Phone number is NOT needed at the POS terminal.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— Roady's may deactivate rewards before the cancellation date upon notice.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2057400" cy="82296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069080"/>
            <a:ext cx="54864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Monthly Check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verifies card inventory at each visit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23744" y="4069080"/>
            <a:ext cx="2057400" cy="82296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23744" y="4069080"/>
            <a:ext cx="54864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Reorder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0904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GS to request cards from corporate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4069080"/>
            <a:ext cx="2057400" cy="82296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4069080"/>
            <a:ext cx="54864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64608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cards issued vs enrollments in Interstate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31152" y="4069080"/>
            <a:ext cx="2057400" cy="82296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31152" y="4069080"/>
            <a:ext cx="54864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Out of Stock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68312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GS immediately — every missed card = missed driver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Promotions Strategy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 — Drive driver return visits with 2×–4× earning periods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2×–4×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range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74520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 always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29000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cycle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83480" y="1389888"/>
            <a:ext cx="1371600" cy="777240"/>
          </a:xfrm>
          <a:prstGeom prst="rect">
            <a:avLst/>
          </a:prstGeom>
          <a:solidFill>
            <a:srgbClr val="18203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gal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shower threshold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206240" cy="251460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31720"/>
            <a:ext cx="54864" cy="2514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377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MULTIPLIERS WORK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allow locations to run promotional earning periods where drivers earn 2×, 3×, or 4× points on qualifying diesel fuel purchases.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Interstate → Location → Rewards Tab → enter active multiplier value.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and location-specific — coordinate with GS territory calendar.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Day Multipliers are most impactful for offboarding stops — always schedule these.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331720"/>
            <a:ext cx="4114800" cy="251460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31720"/>
            <a:ext cx="54864" cy="2514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77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STRATEGY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26060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40% of stops running a multiplier at any given time — this is the minimum bar.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multipliers every 2–3 weeks per stop to maintain novelty and driver anticipation.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around driver pay periods and freight cycles for maximum impact.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redemption uplift during multiplier windows vs baseline — report monthly.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919472"/>
            <a:ext cx="8503920" cy="0"/>
          </a:xfrm>
          <a:prstGeom prst="rect">
            <a:avLst/>
          </a:prstGeom>
          <a:solidFill>
            <a:srgbClr val="E8A020">
              <a:alpha val="1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Navigation Path:   Interstate  →  Location  →  Rewards Tab  →  Enter Multiplier Value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— SmartDESQ Expansion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 — Moving from tablet-only to full Comdata/PDI integration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206240" cy="2286000"/>
          </a:xfrm>
          <a:prstGeom prst="rect">
            <a:avLst/>
          </a:prstGeom>
          <a:solidFill>
            <a:srgbClr val="111820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54864" cy="22860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Tablet (Current)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register drivers and process rewards transactions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registration requires phone number; POS redemption card number only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any location — no POS integration required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for manual add fraud (not tied to actual transaction)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206240" cy="2286000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54864" cy="2286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SmartDESQ / SmartAuth (Target)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5564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built directly into the location's POS system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transactions — driver swipes at pump, completes in-store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adds are tied to actual fuel transactions — eliminates fraud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driver experience — reduces errors and staff training load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94760"/>
            <a:ext cx="54864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404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TARGETS &amp; PROCESS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stops with highest fuel volume — biggest ROI for integration effort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Comdata merchant IDs are active in Interstate for each target stop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SmartDESQ/SmartAuth request to Kaden · Track status in Implementation Portal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Loyalty Toggle is ON in Interstate after integration · Run test transaction before go-live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App — Promotions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4 — Building a live promotion feed with QR-code redemption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438912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 CURRENTLY IN PLANNING PHASE  ·  TARGET: Q3–Q4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8470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WILL WORK — END-TO-END FLOW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2011680" cy="1554480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03120"/>
            <a:ext cx="54864" cy="1554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 promos — toggle active, set featured, assign QR codes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2880360"/>
            <a:ext cx="128016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2103120"/>
            <a:ext cx="2011680" cy="155448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32888" y="210312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32888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serves active promos per location_id as JSON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90288" y="2880360"/>
            <a:ext cx="128016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2103120"/>
            <a:ext cx="2011680" cy="1554480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45736" y="2103120"/>
            <a:ext cx="54864" cy="1554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45736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sees promos on location screen · taps for QR 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03136" y="2880360"/>
            <a:ext cx="128016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2103120"/>
            <a:ext cx="2011680" cy="1554480"/>
          </a:xfrm>
          <a:prstGeom prst="rect">
            <a:avLst/>
          </a:prstGeom>
          <a:solidFill>
            <a:srgbClr val="111820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58584" y="2103120"/>
            <a:ext cx="54864" cy="1554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58584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04304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scans QR at POS register — discount applied instantly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822192"/>
            <a:ext cx="4206240" cy="1078992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822192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77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Already Built (Command Center)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promotions defined with icons, prices, categories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toggle per promotion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flag for carousel display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ID per promotion (PROMO-0001 etc.)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Push-to-Supabase button already wired in Command Center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822192"/>
            <a:ext cx="4206240" cy="1078992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822192"/>
            <a:ext cx="54864" cy="10789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77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Still Needs to Be Built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endpoint (Node/Express or Supabase Edge Function)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tables: promotions + location_promotions + redemptions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Promotions tab on location detail screen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 interface (web scanner at scan.roadys.com)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vs B assignment logic + Merchant Console UX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Who Controls Promotions?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decided Q3 or Q4 2026 — API infrastructure is the same regardless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206240" cy="2971800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54864" cy="2971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17320"/>
            <a:ext cx="4206240" cy="420624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—  TRUCK STOP SELECTS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019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1031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chooses which promotions to run from the library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autonomy — stop only shows promos for products it carries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vendor-funded promos tied to specific per-stop products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opt-in workflow in Merchant Console or Interstate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manage and report on at network scale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initial rollout — each stop must configure independently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1330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Stops with varying product inventory; vendor pays per-location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4206240" cy="2971800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417320"/>
            <a:ext cx="54864" cy="2971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417320"/>
            <a:ext cx="4206240" cy="420624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1732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—  ROADY'S CONTROLS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9019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centrally manages all promotions and pushes them network-wide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driver experience at every participating stop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negotiate vendor funding deals at the network level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999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local flexibility — all stops run the same promotions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opt-out mechanism for stops that can't carry certain products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Vendor-funded deals must be structured at the network level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41330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Fast rollout; network-level vendor deals; consistent brand experience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526280"/>
            <a:ext cx="8503920" cy="384048"/>
          </a:xfrm>
          <a:prstGeom prst="rect">
            <a:avLst/>
          </a:prstGeom>
          <a:solidFill>
            <a:srgbClr val="E8A020">
              <a:alpha val="1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The API infrastructure is identical for both options — the decision only affects promotion-assignment logic and Merchant Console UX.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Integration — 4-Phase Roadmap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planning to full network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75488" cy="475488"/>
          </a:xfrm>
          <a:prstGeom prst="ellipse">
            <a:avLst/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63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" y="1938528"/>
            <a:ext cx="0" cy="329184"/>
          </a:xfrm>
          <a:prstGeom prst="line">
            <a:avLst/>
          </a:prstGeom>
          <a:noFill/>
          <a:ln w="12700">
            <a:solidFill>
              <a:srgbClr val="22C55E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960120" y="1389888"/>
            <a:ext cx="7863840" cy="804672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1389888"/>
            <a:ext cx="54864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44475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142646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Model + Build 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1700784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Option A vs B decision   ·   Create Supabase tables: promotions, location_promotions, redemptions   ·   Build GET /api/promotions?location_id=X endpoint   ·   Wire "Push to App" button in Command Center to Supabase   ·   Internal testing with QR codes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475488" cy="475488"/>
          </a:xfrm>
          <a:prstGeom prst="ellipse">
            <a:avLst/>
          </a:prstGeom>
          <a:solidFill>
            <a:srgbClr val="00C8FF">
              <a:alpha val="25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40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" y="2816352"/>
            <a:ext cx="0" cy="329184"/>
          </a:xfrm>
          <a:prstGeom prst="line">
            <a:avLst/>
          </a:prstGeom>
          <a:noFill/>
          <a:ln w="12700">
            <a:solidFill>
              <a:srgbClr val="00C8FF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960120" y="2267712"/>
            <a:ext cx="7863840" cy="804672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2267712"/>
            <a:ext cx="54864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3225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57400" y="23042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Scanner + Pilot (5–10 Stops)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2578608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scan.roadys.com — PIN-protected QR scanner   ·   No hardware change or app install required   ·   Run 2-week pilot at selected stops   ·   Collect redemption data · Confirm reconciliation accuracy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475488" cy="475488"/>
          </a:xfrm>
          <a:prstGeom prst="ellipse">
            <a:avLst/>
          </a:prstGeom>
          <a:solidFill>
            <a:srgbClr val="E8A020">
              <a:alpha val="25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18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" y="3694176"/>
            <a:ext cx="0" cy="329184"/>
          </a:xfrm>
          <a:prstGeom prst="line">
            <a:avLst/>
          </a:prstGeom>
          <a:noFill/>
          <a:ln w="12700">
            <a:solidFill>
              <a:srgbClr val="E8A020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960120" y="3145536"/>
            <a:ext cx="7863840" cy="804672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0120" y="3145536"/>
            <a:ext cx="54864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2004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57400" y="318211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App Update + Tablet App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3456432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Promotions tab to driver-facing Roady's App   ·   Update Android Rewards Tablet with "Scan Promo" screen   ·   Expand pilot to 25+ stops   ·   Submit Comdata integration extension request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96512"/>
            <a:ext cx="475488" cy="475488"/>
          </a:xfrm>
          <a:prstGeom prst="ellipse">
            <a:avLst/>
          </a:prstGeom>
          <a:solidFill>
            <a:srgbClr val="A855F7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4023360"/>
            <a:ext cx="7863840" cy="804672"/>
          </a:xfrm>
          <a:prstGeom prst="rect">
            <a:avLst/>
          </a:prstGeom>
          <a:solidFill>
            <a:srgbClr val="111820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0120" y="4023360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0782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57400" y="405993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Rollout + Comdata Native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05840" y="4334256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deployment across all enrolled stops   ·   Explore Comdata native QR scan (SmartDESQ)   ·   Launch vendor-funded promotion deals   ·   Merchant Console reimbursement statements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quarterly metrics tracked by Growth Strategist territory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54864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1700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members per 100 fuel transactions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" y="1947672"/>
            <a:ext cx="1828800" cy="20116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↑ vs prior period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20440" y="19476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90872" y="135331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1353312"/>
            <a:ext cx="54864" cy="9875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55464" y="1700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earned points that get redeemed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55464" y="1947672"/>
            <a:ext cx="1828800" cy="201168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Healthy engagement signal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891272" y="19476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245059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450592"/>
            <a:ext cx="54864" cy="9875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" y="279806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with ≥1 Rewards transaction this month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" y="3044952"/>
            <a:ext cx="1828800" cy="201168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044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of enrolled stops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2044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90872" y="245059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450592"/>
            <a:ext cx="54864" cy="9875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Coverage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55464" y="279806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stops running an active multiplier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55464" y="3044952"/>
            <a:ext cx="1828800" cy="201168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3044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40% at any time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91272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47872"/>
            <a:ext cx="54864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" y="38953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 SmartDESQ vs tablet-only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" y="4142232"/>
            <a:ext cx="1828800" cy="201168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4142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↑ Year-over-Year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520440" y="4142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90872" y="3547872"/>
            <a:ext cx="4187952" cy="987552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90872" y="3547872"/>
            <a:ext cx="54864" cy="9875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855464" y="38953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adoption across enrolled stops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55464" y="4142232"/>
            <a:ext cx="1828800" cy="201168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42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Track via store analytics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891272" y="4142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228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REWARDS — ACTION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driving the Roady's Rewards program this year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8321040" cy="713232"/>
          </a:xfrm>
          <a:prstGeom prst="rect">
            <a:avLst/>
          </a:prstGeom>
          <a:solidFill>
            <a:srgbClr val="11182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00200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55064"/>
            <a:ext cx="384048" cy="384048"/>
          </a:xfrm>
          <a:prstGeom prst="ellipse">
            <a:avLst/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6642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Distribution, Inventory &amp; Driver Registration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1920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stops have card inventory · Push App adoption at point of issuance · Track enrollment rate monthly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8321040" cy="713232"/>
          </a:xfrm>
          <a:prstGeom prst="rect">
            <a:avLst/>
          </a:prstGeom>
          <a:solidFill>
            <a:srgbClr val="11182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395728"/>
            <a:ext cx="54864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450592"/>
            <a:ext cx="384048" cy="384048"/>
          </a:xfrm>
          <a:prstGeom prst="ellipse">
            <a:avLst/>
          </a:prstGeom>
          <a:solidFill>
            <a:srgbClr val="00C8FF">
              <a:alpha val="25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45973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— SmartDESQ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27157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tablet-only stops by volume · Submit Comdata integration requests · Track % integrated quarterly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191256"/>
            <a:ext cx="8321040" cy="713232"/>
          </a:xfrm>
          <a:prstGeom prst="rect">
            <a:avLst/>
          </a:prstGeom>
          <a:solidFill>
            <a:srgbClr val="111820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91256"/>
            <a:ext cx="54864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46120"/>
            <a:ext cx="384048" cy="384048"/>
          </a:xfrm>
          <a:prstGeom prst="ellipse">
            <a:avLst/>
          </a:prstGeom>
          <a:solidFill>
            <a:srgbClr val="A855F7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5526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Promotions — Monthly Engagement Calendar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51129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≥ 40% multiplier coverage · Build territory calendars · Schedule Final Day Multipliers for offboarding stops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8321040" cy="713232"/>
          </a:xfrm>
          <a:prstGeom prst="rect">
            <a:avLst/>
          </a:prstGeom>
          <a:solidFill>
            <a:srgbClr val="1118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986784"/>
            <a:ext cx="54864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041648"/>
            <a:ext cx="384048" cy="384048"/>
          </a:xfrm>
          <a:prstGeom prst="ellipse">
            <a:avLst/>
          </a:prstGeom>
          <a:solidFill>
            <a:srgbClr val="E8A020">
              <a:alpha val="25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0507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Promotions — App Integration Roadmap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430682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Option A vs B decision by Q3/Q4 · Begin API build in parallel · Target: pilot launch by end of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Roady's Rewards — Performance Dashboard</dc:title>
  <dc:subject>PptxGenJS Presentation</dc:subject>
  <dc:creator>Roady's Truck Stops</dc:creator>
  <cp:lastModifiedBy>Roady's Truck Stops</cp:lastModifiedBy>
  <cp:revision>1</cp:revision>
  <dcterms:created xsi:type="dcterms:W3CDTF">2026-03-27T16:17:15Z</dcterms:created>
  <dcterms:modified xsi:type="dcterms:W3CDTF">2026-03-27T16:17:15Z</dcterms:modified>
</cp:coreProperties>
</file>